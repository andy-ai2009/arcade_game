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20"/>
  </p:normalViewPr>
  <p:slideViewPr>
    <p:cSldViewPr snapToGrid="0">
      <p:cViewPr varScale="1">
        <p:scale>
          <a:sx n="103" d="100"/>
          <a:sy n="103" d="100"/>
        </p:scale>
        <p:origin x="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F9A06-D1A4-D246-607F-9AC23588C5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dirty="0">
                <a:solidFill>
                  <a:schemeClr val="tx1"/>
                </a:solidFill>
                <a:effectLst/>
              </a:rPr>
              <a:t>Lab Platformer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DD5A8D-A81E-B05C-CD5F-3802903CC1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2"/>
                </a:solidFill>
              </a:rPr>
              <a:t>Андрей </a:t>
            </a:r>
            <a:r>
              <a:rPr lang="ru-RU" dirty="0" err="1">
                <a:solidFill>
                  <a:schemeClr val="tx2"/>
                </a:solidFill>
              </a:rPr>
              <a:t>Надрус</a:t>
            </a:r>
            <a:r>
              <a:rPr lang="ru-RU" dirty="0">
                <a:solidFill>
                  <a:schemeClr val="tx2"/>
                </a:solidFill>
              </a:rPr>
              <a:t> </a:t>
            </a:r>
            <a:r>
              <a:rPr lang="ru-RU" dirty="0" err="1">
                <a:solidFill>
                  <a:schemeClr val="tx2"/>
                </a:solidFill>
              </a:rPr>
              <a:t>Юриевич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020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69D0B-5A29-850D-E9E7-B619235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2900278" cy="745887"/>
          </a:xfrm>
        </p:spPr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720A47-ABDD-386B-CD38-59037894E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404" y="1198605"/>
            <a:ext cx="6644375" cy="5049794"/>
          </a:xfrm>
        </p:spPr>
        <p:txBody>
          <a:bodyPr>
            <a:normAutofit lnSpcReduction="10000"/>
          </a:bodyPr>
          <a:lstStyle/>
          <a:p>
            <a:pPr marL="22860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Идея моего проекта заключается в создании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платформер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котором игрок бегает по уровням, по которым раскиданы враги. Врага можно победить прыгнув на него сверху. На экране показывается количество собранных осколков и остаток жизней игрока (максимум 5).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 уровне разбросаны осколки. Их нужно собирать, чтобы восстановить мир. Когда собраны все нужные осколки, открывается выход, и игрок может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пройти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следующии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̆ уровень.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 уровнях есть нестабильные платформы. Некоторые платформы могут исчезать на время, а потом появляться снова. Другие платформы могут телепортироваться в другое место. Это будет происходить когда игрок слишком долго стоит на одном месте.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Также есть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глич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-уровень. Когда персонаж в него заходит, меняется поведение управления: может измениться скорость движения или временно перевернуться управление, а так же мир становится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вверз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ногами.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1356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9F255B-3CA7-93A4-8C9E-A95FE79A1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6669089" cy="770601"/>
          </a:xfrm>
        </p:spPr>
        <p:txBody>
          <a:bodyPr/>
          <a:lstStyle/>
          <a:p>
            <a:r>
              <a:rPr lang="ru-RU" dirty="0"/>
              <a:t>Описание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CE67D2-4143-7052-8978-17AC8AADC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1331259"/>
            <a:ext cx="6854439" cy="49706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удобства и чистоты написания кода были созданы несколько файлов: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main.py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отвечает за запуск игрового приложения, он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создаёт окно, показывает стартовый экран.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ame_data.py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настройки и данные уровней: размеры, скорость, гравитация, координаты платформ/осколков/врагов/выходов для каждого уровня, пути к спрайтам.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iews.p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все экраны и игровая логика (старт, игра, </a:t>
            </a:r>
            <a:r>
              <a:rPr lang="e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Game Over, Win),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движение, прыжки, враги, пули, платформы, камера, запись статистики в </a:t>
            </a:r>
            <a:r>
              <a:rPr lang="e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CSV.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 так же при запуске игр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ы создается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stats.csv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накопительная статистика забегов: уровень, статус, собранные звёзды, оставшиеся жизни.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EEF71A-7BCF-E33C-1D8A-466915F9C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551" y="1447800"/>
            <a:ext cx="4448433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037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29DD96-7B56-19E3-B24D-388259146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457230" cy="807671"/>
          </a:xfrm>
        </p:spPr>
        <p:txBody>
          <a:bodyPr/>
          <a:lstStyle/>
          <a:p>
            <a:r>
              <a:rPr lang="ru-RU" dirty="0"/>
              <a:t>Файл </a:t>
            </a:r>
            <a:r>
              <a:rPr lang="en-US" dirty="0" err="1"/>
              <a:t>main.py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BF26519C-3DD8-517E-D5A5-89D8EDF337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374" y="128061"/>
            <a:ext cx="5371070" cy="30975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492AC4-11F2-C75E-DEC9-AEC41CF39B80}"/>
              </a:ext>
            </a:extLst>
          </p:cNvPr>
          <p:cNvSpPr txBox="1"/>
          <p:nvPr/>
        </p:nvSpPr>
        <p:spPr>
          <a:xfrm>
            <a:off x="308919" y="1495168"/>
            <a:ext cx="57870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Здесь происходит запуск игры через функцию </a:t>
            </a:r>
            <a:r>
              <a:rPr lang="en-US" dirty="0"/>
              <a:t>main(). </a:t>
            </a:r>
            <a:r>
              <a:rPr lang="ru-RU" dirty="0"/>
              <a:t>Открывается окно определенного размера, начальное окно с предложением запустить игру.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DE1B9E-F255-1E18-873A-DDE482AAB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88" y="3225582"/>
            <a:ext cx="5371070" cy="323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806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D125FA-CFAA-621B-6FC1-39815E304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game_data.py</a:t>
            </a:r>
            <a:r>
              <a:rPr lang="ru-RU" dirty="0">
                <a:effectLst/>
              </a:rPr>
              <a:t>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D9FA5E-67C7-DAE0-F0E0-DD6876EF6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780" y="1152983"/>
            <a:ext cx="4782063" cy="52522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этом файле обозначаются все используемые константы, такие как: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размер окна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скорость игрока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время замерзания платформ после мерцания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максимальное время, которое игрок может стоять на месте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используемые на всех уровнях спрайты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спрайты и гравитация, используемые отдельно на каждом уровне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049A37C-90BA-AF8D-F6CE-36D9DB2D4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172" y="300739"/>
            <a:ext cx="4763717" cy="285441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0F9AC3A-BEA7-DEBF-4CC2-3069DEDC6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172" y="3429000"/>
            <a:ext cx="4763717" cy="29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136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6427BC-5C18-EB79-459B-6EAF548E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271878" cy="795314"/>
          </a:xfrm>
        </p:spPr>
        <p:txBody>
          <a:bodyPr/>
          <a:lstStyle/>
          <a:p>
            <a:r>
              <a:rPr lang="ru-RU" dirty="0"/>
              <a:t>Файл </a:t>
            </a:r>
            <a:r>
              <a:rPr lang="en-US" dirty="0" err="1"/>
              <a:t>views.py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BCED22-9415-088D-6764-EFCE6BD1D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556" y="1074523"/>
            <a:ext cx="5861561" cy="50297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Через функцию </a:t>
            </a:r>
            <a:r>
              <a:rPr lang="en-US" dirty="0" err="1"/>
              <a:t>update_enemies</a:t>
            </a:r>
            <a:r>
              <a:rPr lang="en-US" dirty="0"/>
              <a:t> </a:t>
            </a:r>
            <a:r>
              <a:rPr lang="ru-RU" dirty="0"/>
              <a:t>реализуется логика врагов:</a:t>
            </a:r>
          </a:p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Враг ходит по горизонтали. Если выходит за границы патруля (</a:t>
            </a:r>
            <a:r>
              <a:rPr lang="e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patrol_left</a:t>
            </a:r>
            <a:r>
              <a:rPr lang="e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/right),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разворачивается, меняя знак скорости.</a:t>
            </a:r>
          </a:p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Накопление времени с последнего выстрела. Раз в 3.5 секунды сброс таймера и выстрел.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Пуля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спавнится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позиции врага.</a:t>
            </a:r>
          </a:p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Считается вектор от врага к игроку (</a:t>
            </a:r>
            <a:r>
              <a:rPr lang="e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dx, </a:t>
            </a:r>
            <a:r>
              <a:rPr lang="e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</a:t>
            </a:r>
            <a:r>
              <a:rPr lang="e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нормализуется, затем умножается на скорость 6. Пуля летит прямо к текущей позиции игрока в момент выстрела и добавляется в список пуль врагов.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2EE7C83-000C-4069-55E4-DADEC14CB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692" y="1458895"/>
            <a:ext cx="5861560" cy="326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780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2998D-12C3-E50B-DAED-FF5896399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271878" cy="807671"/>
          </a:xfrm>
        </p:spPr>
        <p:txBody>
          <a:bodyPr/>
          <a:lstStyle/>
          <a:p>
            <a:r>
              <a:rPr lang="ru-RU" dirty="0"/>
              <a:t>Файл </a:t>
            </a:r>
            <a:r>
              <a:rPr lang="en-US" dirty="0" err="1"/>
              <a:t>views.py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D9371E-072C-A1B0-2AA7-C0AEFBFFB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696" y="1718945"/>
            <a:ext cx="5470483" cy="342011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В этом файле описана логика полета попадания пуль в функции </a:t>
            </a:r>
            <a:r>
              <a:rPr lang="en-US" dirty="0" err="1"/>
              <a:t>update_enemy_bullets</a:t>
            </a:r>
            <a:r>
              <a:rPr lang="ru-RU" dirty="0"/>
              <a:t>:</a:t>
            </a:r>
          </a:p>
          <a:p>
            <a:r>
              <a:rPr lang="ru-RU" dirty="0"/>
              <a:t>К текущим координатам пули прибавляются их скорость полета</a:t>
            </a:r>
          </a:p>
          <a:p>
            <a:r>
              <a:rPr lang="ru-RU" dirty="0"/>
              <a:t>Если пуля вылетает за пределы окна, она удаляется из списка</a:t>
            </a:r>
          </a:p>
          <a:p>
            <a:r>
              <a:rPr lang="ru-RU" dirty="0"/>
              <a:t>Если происходит коллизия пули и игрока, у него отнимается одна жизнь</a:t>
            </a:r>
          </a:p>
          <a:p>
            <a:r>
              <a:rPr lang="ru-RU" dirty="0"/>
              <a:t>Если жизней осталось 0, показывается окно проигрыша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FC09C7-A060-3F45-B096-21C366CAA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595" y="310274"/>
            <a:ext cx="4860883" cy="279858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BE6937E-9102-6468-02AB-224CBC394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595" y="3402141"/>
            <a:ext cx="4860883" cy="293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083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C93A74-D1B0-0E26-0ED9-DB9B9FEE2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 </a:t>
            </a:r>
            <a:r>
              <a:rPr lang="en-US" dirty="0" err="1"/>
              <a:t>view.py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7E6DF13-913B-0C68-9E57-663490F98B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5781" y="1331119"/>
            <a:ext cx="5221998" cy="41957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55D871-37B9-D69E-1E91-9BBC07E8E48F}"/>
              </a:ext>
            </a:extLst>
          </p:cNvPr>
          <p:cNvSpPr txBox="1"/>
          <p:nvPr/>
        </p:nvSpPr>
        <p:spPr>
          <a:xfrm>
            <a:off x="506627" y="1059271"/>
            <a:ext cx="591915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Одной из фичей моей игры является дестабилизация платформ, реализующаяся через функцию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update_unstable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того как игрок начал двигаться, платформы заморожены на </a:t>
            </a:r>
            <a:r>
              <a:rPr lang="e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freeze_timer</a:t>
            </a:r>
            <a:r>
              <a:rPr lang="e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секунд — таймер убывает, платформа не меняется.</a:t>
            </a:r>
            <a:endParaRPr lang="en-US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каждой нестабильной: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Таймер платформы растёт: </a:t>
            </a:r>
            <a:r>
              <a:rPr lang="e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plat.timer</a:t>
            </a:r>
            <a:r>
              <a:rPr lang="e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+= </a:t>
            </a:r>
            <a:r>
              <a:rPr lang="e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delta_time</a:t>
            </a:r>
            <a:endParaRPr lang="en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Режим </a:t>
            </a:r>
            <a:r>
              <a:rPr lang="e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blink: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Если прошло больше </a:t>
            </a:r>
            <a:r>
              <a:rPr lang="e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BLINK_TIME, 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таймер сбрасывается.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Переключается </a:t>
            </a:r>
            <a:r>
              <a:rPr lang="e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visible; alpha 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ставится 0/255.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 исчезновении убирается из </a:t>
            </a:r>
            <a:r>
              <a:rPr lang="e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wall_list</a:t>
            </a:r>
            <a:r>
              <a:rPr lang="e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физика её не учитывает).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 появлении добавляется в </a:t>
            </a:r>
            <a:r>
              <a:rPr lang="e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wall_list</a:t>
            </a:r>
            <a:r>
              <a:rPr lang="e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Режим </a:t>
            </a:r>
            <a:r>
              <a:rPr lang="e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teleport: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Если прошло больше </a:t>
            </a:r>
            <a:r>
              <a:rPr lang="e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TELEPORT_TIME, 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таймер сбрасывается.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 телепортируется в случайный </a:t>
            </a:r>
            <a:r>
              <a:rPr lang="e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center_x</a:t>
            </a:r>
            <a:r>
              <a:rPr lang="e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(200..1200) 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случайный </a:t>
            </a:r>
            <a:r>
              <a:rPr lang="e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center_y</a:t>
            </a:r>
            <a:r>
              <a:rPr lang="e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 [180, 220, 260].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0217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5B367D-FB86-477D-0E8C-F930340DE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4939143" cy="597606"/>
          </a:xfrm>
        </p:spPr>
        <p:txBody>
          <a:bodyPr/>
          <a:lstStyle/>
          <a:p>
            <a:r>
              <a:rPr lang="ru-RU" dirty="0"/>
              <a:t>Файл </a:t>
            </a:r>
            <a:r>
              <a:rPr lang="en-US" dirty="0" err="1"/>
              <a:t>views.py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F099AC-0579-E44D-AC79-5DB61328C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138517"/>
            <a:ext cx="5606407" cy="545999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ru-RU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 же из </a:t>
            </a:r>
            <a:r>
              <a:rPr lang="ru-RU" sz="5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доп</a:t>
            </a:r>
            <a:r>
              <a:rPr lang="ru-RU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фунционала</a:t>
            </a:r>
            <a:r>
              <a:rPr lang="ru-RU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реализованы следующие функции:</a:t>
            </a:r>
          </a:p>
          <a:p>
            <a:pPr marL="0" indent="0" algn="l">
              <a:buNone/>
            </a:pPr>
            <a:r>
              <a:rPr lang="en" sz="5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update_camera</a:t>
            </a:r>
            <a:endParaRPr lang="en" sz="58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Считает целевое положение камеры по </a:t>
            </a:r>
            <a:r>
              <a:rPr lang="en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X: </a:t>
            </a:r>
            <a:r>
              <a:rPr lang="ru-RU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берёт центр окна, но не даёт выйти за границы уровня.</a:t>
            </a:r>
            <a:endParaRPr lang="en" sz="58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фиксирован по центру окна.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Устанавливает позицию </a:t>
            </a:r>
            <a:r>
              <a:rPr lang="en" sz="5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world_camera</a:t>
            </a:r>
            <a:r>
              <a:rPr lang="en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двигается вместе с игроком) и </a:t>
            </a:r>
            <a:r>
              <a:rPr lang="en" sz="5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gui_camera</a:t>
            </a:r>
            <a:r>
              <a:rPr lang="en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(всегда центр экрана, чтобы не двигался текст)</a:t>
            </a:r>
            <a:r>
              <a:rPr lang="en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58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" sz="5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lock_unstable</a:t>
            </a:r>
            <a:endParaRPr lang="en" sz="58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Вызывается при начале движения: сбрасывает таймеры нестабильных платформ, делает их видимыми и возвращает в </a:t>
            </a:r>
            <a:r>
              <a:rPr lang="en" sz="5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wall_list</a:t>
            </a:r>
            <a:r>
              <a:rPr lang="en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чтобы они учитывались физикой и не мигали/телепортировались в этот момент.</a:t>
            </a:r>
          </a:p>
          <a:p>
            <a:pPr marL="0" indent="0" algn="l">
              <a:buNone/>
            </a:pPr>
            <a:r>
              <a:rPr lang="en" sz="5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on_key_press</a:t>
            </a:r>
            <a:r>
              <a:rPr lang="en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прыжок)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Добавляет нажатую клавишу в набор.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Если нажата </a:t>
            </a:r>
            <a:r>
              <a:rPr lang="en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SPACE: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 отрицательной гравитации (перевёрнутый уровень): если можно прыгнуть (или почти нет вертикальной скорости), задаёт вертикальную скорость вверх (против гравитации) -</a:t>
            </a:r>
            <a:r>
              <a:rPr lang="en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JUMP_SPEED * 0.8 (</a:t>
            </a:r>
            <a:r>
              <a:rPr lang="ru-RU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чуть ниже обычной).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 обычной гравитации: если можно прыгнуть, задаёт </a:t>
            </a:r>
            <a:r>
              <a:rPr lang="en" sz="5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change_y</a:t>
            </a:r>
            <a:r>
              <a:rPr lang="en" sz="5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JUMP_SPEED.</a:t>
            </a:r>
          </a:p>
          <a:p>
            <a:pPr marL="0" indent="0">
              <a:buNone/>
            </a:pPr>
            <a:br>
              <a:rPr lang="ru-RU" dirty="0"/>
            </a:br>
            <a:endParaRPr lang="en" b="0" i="0" dirty="0">
              <a:solidFill>
                <a:srgbClr val="CCCCCC"/>
              </a:solidFill>
              <a:effectLst/>
              <a:latin typeface="-apple-system"/>
            </a:endParaRP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7551AE-0FAF-050A-CB16-DF7C374B5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519" y="1940011"/>
            <a:ext cx="3795584" cy="359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07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F17840-2EF5-AEF8-4B06-27C9AFF2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 </a:t>
            </a:r>
            <a:r>
              <a:rPr lang="en-US" dirty="0" err="1"/>
              <a:t>view.py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04FAC3-4DC6-E95B-823B-CB794A6D5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152983"/>
            <a:ext cx="5575689" cy="419548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Так же игрок может убить врага, прыгнув на него </a:t>
            </a:r>
            <a:r>
              <a:rPr lang="ru-RU" dirty="0" err="1"/>
              <a:t>свреху</a:t>
            </a:r>
            <a:r>
              <a:rPr lang="ru-RU" dirty="0"/>
              <a:t>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убивает врага">
            <a:hlinkClick r:id="" action="ppaction://media"/>
            <a:extLst>
              <a:ext uri="{FF2B5EF4-FFF2-40B4-BE49-F238E27FC236}">
                <a16:creationId xmlns:a16="http://schemas.microsoft.com/office/drawing/2014/main" id="{90669300-8047-A9C2-57C0-FB1993CC08A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1971" y="2371178"/>
            <a:ext cx="6237690" cy="37640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4D7FE50-C6A2-16C7-A9F3-CC46E4376D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661" y="106186"/>
            <a:ext cx="5575690" cy="20849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B65B43-4EB6-BA7A-ED02-74FADF1DC093}"/>
              </a:ext>
            </a:extLst>
          </p:cNvPr>
          <p:cNvSpPr txBox="1"/>
          <p:nvPr/>
        </p:nvSpPr>
        <p:spPr>
          <a:xfrm>
            <a:off x="6685005" y="2594919"/>
            <a:ext cx="52803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Если есть контакт, проверяет, «падает» ли игрок (в сторону гравитации): при обычной гравитации </a:t>
            </a:r>
            <a:r>
              <a:rPr lang="e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change_y</a:t>
            </a:r>
            <a:r>
              <a:rPr lang="e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&lt; 0, 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 перевёрнутой — </a:t>
            </a:r>
            <a:r>
              <a:rPr lang="e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change_y</a:t>
            </a:r>
            <a:r>
              <a:rPr lang="e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&gt; 0. 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тогда враг удаляется (</a:t>
            </a:r>
            <a:r>
              <a:rPr lang="e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remove_from_sprite_lists</a:t>
            </a:r>
            <a:r>
              <a:rPr lang="e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 игрок получает небольшой отскок: вертикальная скорость ставится на половину прыжка, с направлением обратно гравитации.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52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FE89D-27F0-B256-3F18-F3E473EB5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57098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A8EE79-CEFF-319C-CA59-6BDD34676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09816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возможности по доработки я включил: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Баланс: подстроить скорости врагов, частоту стрельбы, высоты платформ (особенно второго уровня), количество жизней.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Графика/аудио: добавить анимации игрока/врагов, эффекты попаданий, разные фоны и плитки для уровней.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Управление: плавная камера, настройка клавиш.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Контент: больше уровней, новые типы врагов/ловушек, собираемые предметы с разными эффектами.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еню настроек, выбор уровня, пауза.</a:t>
            </a:r>
          </a:p>
        </p:txBody>
      </p:sp>
    </p:spTree>
    <p:extLst>
      <p:ext uri="{BB962C8B-B14F-4D97-AF65-F5344CB8AC3E}">
        <p14:creationId xmlns:p14="http://schemas.microsoft.com/office/powerpoint/2010/main" val="4518658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Ион</Template>
  <TotalTime>616</TotalTime>
  <Words>978</Words>
  <Application>Microsoft Macintosh PowerPoint</Application>
  <PresentationFormat>Широкоэкранный</PresentationFormat>
  <Paragraphs>74</Paragraphs>
  <Slides>11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-apple-system</vt:lpstr>
      <vt:lpstr>Arial</vt:lpstr>
      <vt:lpstr>Calibri</vt:lpstr>
      <vt:lpstr>Century Gothic</vt:lpstr>
      <vt:lpstr>Times New Roman</vt:lpstr>
      <vt:lpstr>Wingdings 3</vt:lpstr>
      <vt:lpstr>Ион</vt:lpstr>
      <vt:lpstr>Lab Platformer</vt:lpstr>
      <vt:lpstr>Введение</vt:lpstr>
      <vt:lpstr>Описание реализации</vt:lpstr>
      <vt:lpstr>Файл main.py</vt:lpstr>
      <vt:lpstr>Файл game_data.py </vt:lpstr>
      <vt:lpstr>Файл views.py</vt:lpstr>
      <vt:lpstr>Файл views.py</vt:lpstr>
      <vt:lpstr>Файл view.py</vt:lpstr>
      <vt:lpstr>Файл views.py</vt:lpstr>
      <vt:lpstr>Файл view.py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3</cp:revision>
  <dcterms:created xsi:type="dcterms:W3CDTF">2026-01-28T08:49:43Z</dcterms:created>
  <dcterms:modified xsi:type="dcterms:W3CDTF">2026-01-29T15:58:51Z</dcterms:modified>
</cp:coreProperties>
</file>